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0944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4" autoAdjust="0"/>
    <p:restoredTop sz="94660"/>
  </p:normalViewPr>
  <p:slideViewPr>
    <p:cSldViewPr snapToGrid="0">
      <p:cViewPr>
        <p:scale>
          <a:sx n="75" d="100"/>
          <a:sy n="75" d="100"/>
        </p:scale>
        <p:origin x="1758" y="8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97396"/>
            <a:ext cx="9144000" cy="2121759"/>
          </a:xfrm>
        </p:spPr>
        <p:txBody>
          <a:bodyPr anchor="b"/>
          <a:lstStyle>
            <a:lvl1pPr algn="ctr">
              <a:defRPr sz="533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200978"/>
            <a:ext cx="9144000" cy="1471405"/>
          </a:xfrm>
        </p:spPr>
        <p:txBody>
          <a:bodyPr/>
          <a:lstStyle>
            <a:lvl1pPr marL="0" indent="0" algn="ctr">
              <a:buNone/>
              <a:defRPr sz="2133"/>
            </a:lvl1pPr>
            <a:lvl2pPr marL="406314" indent="0" algn="ctr">
              <a:buNone/>
              <a:defRPr sz="1777"/>
            </a:lvl2pPr>
            <a:lvl3pPr marL="812627" indent="0" algn="ctr">
              <a:buNone/>
              <a:defRPr sz="1600"/>
            </a:lvl3pPr>
            <a:lvl4pPr marL="1218941" indent="0" algn="ctr">
              <a:buNone/>
              <a:defRPr sz="1422"/>
            </a:lvl4pPr>
            <a:lvl5pPr marL="1625255" indent="0" algn="ctr">
              <a:buNone/>
              <a:defRPr sz="1422"/>
            </a:lvl5pPr>
            <a:lvl6pPr marL="2031568" indent="0" algn="ctr">
              <a:buNone/>
              <a:defRPr sz="1422"/>
            </a:lvl6pPr>
            <a:lvl7pPr marL="2437882" indent="0" algn="ctr">
              <a:buNone/>
              <a:defRPr sz="1422"/>
            </a:lvl7pPr>
            <a:lvl8pPr marL="2844195" indent="0" algn="ctr">
              <a:buNone/>
              <a:defRPr sz="1422"/>
            </a:lvl8pPr>
            <a:lvl9pPr marL="3250509" indent="0" algn="ctr">
              <a:buNone/>
              <a:defRPr sz="142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5B0FC-67AC-4A7B-A9F0-28B85F1F60EF}" type="datetimeFigureOut">
              <a:rPr lang="en-NZ" smtClean="0"/>
              <a:t>23/04/2026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75CC5-83F3-4B19-B37C-1ABEA93355A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94761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5B0FC-67AC-4A7B-A9F0-28B85F1F60EF}" type="datetimeFigureOut">
              <a:rPr lang="en-NZ" smtClean="0"/>
              <a:t>23/04/2026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75CC5-83F3-4B19-B37C-1ABEA93355A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640510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519372"/>
            <a:ext cx="10515600" cy="2535106"/>
          </a:xfrm>
        </p:spPr>
        <p:txBody>
          <a:bodyPr anchor="b"/>
          <a:lstStyle>
            <a:lvl1pPr>
              <a:defRPr sz="533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078461"/>
            <a:ext cx="10515600" cy="1333152"/>
          </a:xfrm>
        </p:spPr>
        <p:txBody>
          <a:bodyPr/>
          <a:lstStyle>
            <a:lvl1pPr marL="0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1pPr>
            <a:lvl2pPr marL="406314" indent="0">
              <a:buNone/>
              <a:defRPr sz="1777">
                <a:solidFill>
                  <a:schemeClr val="tx1">
                    <a:tint val="82000"/>
                  </a:schemeClr>
                </a:solidFill>
              </a:defRPr>
            </a:lvl2pPr>
            <a:lvl3pPr marL="81262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3pPr>
            <a:lvl4pPr marL="1218941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4pPr>
            <a:lvl5pPr marL="1625255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5pPr>
            <a:lvl6pPr marL="2031568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6pPr>
            <a:lvl7pPr marL="2437882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7pPr>
            <a:lvl8pPr marL="2844195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8pPr>
            <a:lvl9pPr marL="3250509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5B0FC-67AC-4A7B-A9F0-28B85F1F60EF}" type="datetimeFigureOut">
              <a:rPr lang="en-NZ" smtClean="0"/>
              <a:t>23/04/2026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75CC5-83F3-4B19-B37C-1ABEA93355A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63356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22355"/>
            <a:ext cx="5181600" cy="386684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22355"/>
            <a:ext cx="5181600" cy="386684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5B0FC-67AC-4A7B-A9F0-28B85F1F60EF}" type="datetimeFigureOut">
              <a:rPr lang="en-NZ" smtClean="0"/>
              <a:t>23/04/2026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75CC5-83F3-4B19-B37C-1ABEA93355A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04361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24472"/>
            <a:ext cx="10515600" cy="117797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493978"/>
            <a:ext cx="5157787" cy="732176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406314" indent="0">
              <a:buNone/>
              <a:defRPr sz="1777" b="1"/>
            </a:lvl2pPr>
            <a:lvl3pPr marL="812627" indent="0">
              <a:buNone/>
              <a:defRPr sz="1600" b="1"/>
            </a:lvl3pPr>
            <a:lvl4pPr marL="1218941" indent="0">
              <a:buNone/>
              <a:defRPr sz="1422" b="1"/>
            </a:lvl4pPr>
            <a:lvl5pPr marL="1625255" indent="0">
              <a:buNone/>
              <a:defRPr sz="1422" b="1"/>
            </a:lvl5pPr>
            <a:lvl6pPr marL="2031568" indent="0">
              <a:buNone/>
              <a:defRPr sz="1422" b="1"/>
            </a:lvl6pPr>
            <a:lvl7pPr marL="2437882" indent="0">
              <a:buNone/>
              <a:defRPr sz="1422" b="1"/>
            </a:lvl7pPr>
            <a:lvl8pPr marL="2844195" indent="0">
              <a:buNone/>
              <a:defRPr sz="1422" b="1"/>
            </a:lvl8pPr>
            <a:lvl9pPr marL="3250509" indent="0">
              <a:buNone/>
              <a:defRPr sz="142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226153"/>
            <a:ext cx="5157787" cy="32743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93978"/>
            <a:ext cx="5183188" cy="732176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406314" indent="0">
              <a:buNone/>
              <a:defRPr sz="1777" b="1"/>
            </a:lvl2pPr>
            <a:lvl3pPr marL="812627" indent="0">
              <a:buNone/>
              <a:defRPr sz="1600" b="1"/>
            </a:lvl3pPr>
            <a:lvl4pPr marL="1218941" indent="0">
              <a:buNone/>
              <a:defRPr sz="1422" b="1"/>
            </a:lvl4pPr>
            <a:lvl5pPr marL="1625255" indent="0">
              <a:buNone/>
              <a:defRPr sz="1422" b="1"/>
            </a:lvl5pPr>
            <a:lvl6pPr marL="2031568" indent="0">
              <a:buNone/>
              <a:defRPr sz="1422" b="1"/>
            </a:lvl6pPr>
            <a:lvl7pPr marL="2437882" indent="0">
              <a:buNone/>
              <a:defRPr sz="1422" b="1"/>
            </a:lvl7pPr>
            <a:lvl8pPr marL="2844195" indent="0">
              <a:buNone/>
              <a:defRPr sz="1422" b="1"/>
            </a:lvl8pPr>
            <a:lvl9pPr marL="3250509" indent="0">
              <a:buNone/>
              <a:defRPr sz="142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226153"/>
            <a:ext cx="5183188" cy="32743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5B0FC-67AC-4A7B-A9F0-28B85F1F60EF}" type="datetimeFigureOut">
              <a:rPr lang="en-NZ" smtClean="0"/>
              <a:t>23/04/2026</a:t>
            </a:fld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75CC5-83F3-4B19-B37C-1ABEA93355A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29642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5B0FC-67AC-4A7B-A9F0-28B85F1F60EF}" type="datetimeFigureOut">
              <a:rPr lang="en-NZ" smtClean="0"/>
              <a:t>23/04/2026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75CC5-83F3-4B19-B37C-1ABEA93355A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814994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5B0FC-67AC-4A7B-A9F0-28B85F1F60EF}" type="datetimeFigureOut">
              <a:rPr lang="en-NZ" smtClean="0"/>
              <a:t>23/04/2026</a:t>
            </a:fld>
            <a:endParaRPr lang="en-N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75CC5-83F3-4B19-B37C-1ABEA93355A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7182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06294"/>
            <a:ext cx="3932237" cy="1422030"/>
          </a:xfrm>
        </p:spPr>
        <p:txBody>
          <a:bodyPr anchor="b"/>
          <a:lstStyle>
            <a:lvl1pPr>
              <a:defRPr sz="28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877483"/>
            <a:ext cx="6172200" cy="4330983"/>
          </a:xfrm>
        </p:spPr>
        <p:txBody>
          <a:bodyPr/>
          <a:lstStyle>
            <a:lvl1pPr>
              <a:defRPr sz="2844"/>
            </a:lvl1pPr>
            <a:lvl2pPr>
              <a:defRPr sz="2488"/>
            </a:lvl2pPr>
            <a:lvl3pPr>
              <a:defRPr sz="2133"/>
            </a:lvl3pPr>
            <a:lvl4pPr>
              <a:defRPr sz="1777"/>
            </a:lvl4pPr>
            <a:lvl5pPr>
              <a:defRPr sz="1777"/>
            </a:lvl5pPr>
            <a:lvl6pPr>
              <a:defRPr sz="1777"/>
            </a:lvl6pPr>
            <a:lvl7pPr>
              <a:defRPr sz="1777"/>
            </a:lvl7pPr>
            <a:lvl8pPr>
              <a:defRPr sz="1777"/>
            </a:lvl8pPr>
            <a:lvl9pPr>
              <a:defRPr sz="1777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828324"/>
            <a:ext cx="3932237" cy="3387196"/>
          </a:xfrm>
        </p:spPr>
        <p:txBody>
          <a:bodyPr/>
          <a:lstStyle>
            <a:lvl1pPr marL="0" indent="0">
              <a:buNone/>
              <a:defRPr sz="1422"/>
            </a:lvl1pPr>
            <a:lvl2pPr marL="406314" indent="0">
              <a:buNone/>
              <a:defRPr sz="1244"/>
            </a:lvl2pPr>
            <a:lvl3pPr marL="812627" indent="0">
              <a:buNone/>
              <a:defRPr sz="1066"/>
            </a:lvl3pPr>
            <a:lvl4pPr marL="1218941" indent="0">
              <a:buNone/>
              <a:defRPr sz="889"/>
            </a:lvl4pPr>
            <a:lvl5pPr marL="1625255" indent="0">
              <a:buNone/>
              <a:defRPr sz="889"/>
            </a:lvl5pPr>
            <a:lvl6pPr marL="2031568" indent="0">
              <a:buNone/>
              <a:defRPr sz="889"/>
            </a:lvl6pPr>
            <a:lvl7pPr marL="2437882" indent="0">
              <a:buNone/>
              <a:defRPr sz="889"/>
            </a:lvl7pPr>
            <a:lvl8pPr marL="2844195" indent="0">
              <a:buNone/>
              <a:defRPr sz="889"/>
            </a:lvl8pPr>
            <a:lvl9pPr marL="3250509" indent="0">
              <a:buNone/>
              <a:defRPr sz="88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5B0FC-67AC-4A7B-A9F0-28B85F1F60EF}" type="datetimeFigureOut">
              <a:rPr lang="en-NZ" smtClean="0"/>
              <a:t>23/04/2026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75CC5-83F3-4B19-B37C-1ABEA93355A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861955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06294"/>
            <a:ext cx="3932237" cy="1422030"/>
          </a:xfrm>
        </p:spPr>
        <p:txBody>
          <a:bodyPr anchor="b"/>
          <a:lstStyle>
            <a:lvl1pPr>
              <a:defRPr sz="28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877483"/>
            <a:ext cx="6172200" cy="4330983"/>
          </a:xfrm>
        </p:spPr>
        <p:txBody>
          <a:bodyPr anchor="t"/>
          <a:lstStyle>
            <a:lvl1pPr marL="0" indent="0">
              <a:buNone/>
              <a:defRPr sz="2844"/>
            </a:lvl1pPr>
            <a:lvl2pPr marL="406314" indent="0">
              <a:buNone/>
              <a:defRPr sz="2488"/>
            </a:lvl2pPr>
            <a:lvl3pPr marL="812627" indent="0">
              <a:buNone/>
              <a:defRPr sz="2133"/>
            </a:lvl3pPr>
            <a:lvl4pPr marL="1218941" indent="0">
              <a:buNone/>
              <a:defRPr sz="1777"/>
            </a:lvl4pPr>
            <a:lvl5pPr marL="1625255" indent="0">
              <a:buNone/>
              <a:defRPr sz="1777"/>
            </a:lvl5pPr>
            <a:lvl6pPr marL="2031568" indent="0">
              <a:buNone/>
              <a:defRPr sz="1777"/>
            </a:lvl6pPr>
            <a:lvl7pPr marL="2437882" indent="0">
              <a:buNone/>
              <a:defRPr sz="1777"/>
            </a:lvl7pPr>
            <a:lvl8pPr marL="2844195" indent="0">
              <a:buNone/>
              <a:defRPr sz="1777"/>
            </a:lvl8pPr>
            <a:lvl9pPr marL="3250509" indent="0">
              <a:buNone/>
              <a:defRPr sz="177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828324"/>
            <a:ext cx="3932237" cy="3387196"/>
          </a:xfrm>
        </p:spPr>
        <p:txBody>
          <a:bodyPr/>
          <a:lstStyle>
            <a:lvl1pPr marL="0" indent="0">
              <a:buNone/>
              <a:defRPr sz="1422"/>
            </a:lvl1pPr>
            <a:lvl2pPr marL="406314" indent="0">
              <a:buNone/>
              <a:defRPr sz="1244"/>
            </a:lvl2pPr>
            <a:lvl3pPr marL="812627" indent="0">
              <a:buNone/>
              <a:defRPr sz="1066"/>
            </a:lvl3pPr>
            <a:lvl4pPr marL="1218941" indent="0">
              <a:buNone/>
              <a:defRPr sz="889"/>
            </a:lvl4pPr>
            <a:lvl5pPr marL="1625255" indent="0">
              <a:buNone/>
              <a:defRPr sz="889"/>
            </a:lvl5pPr>
            <a:lvl6pPr marL="2031568" indent="0">
              <a:buNone/>
              <a:defRPr sz="889"/>
            </a:lvl6pPr>
            <a:lvl7pPr marL="2437882" indent="0">
              <a:buNone/>
              <a:defRPr sz="889"/>
            </a:lvl7pPr>
            <a:lvl8pPr marL="2844195" indent="0">
              <a:buNone/>
              <a:defRPr sz="889"/>
            </a:lvl8pPr>
            <a:lvl9pPr marL="3250509" indent="0">
              <a:buNone/>
              <a:defRPr sz="88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5B0FC-67AC-4A7B-A9F0-28B85F1F60EF}" type="datetimeFigureOut">
              <a:rPr lang="en-NZ" smtClean="0"/>
              <a:t>23/04/2026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75CC5-83F3-4B19-B37C-1ABEA93355A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46351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5B0FC-67AC-4A7B-A9F0-28B85F1F60EF}" type="datetimeFigureOut">
              <a:rPr lang="en-NZ" smtClean="0"/>
              <a:t>23/04/2026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75CC5-83F3-4B19-B37C-1ABEA93355A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0588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24471"/>
            <a:ext cx="2628900" cy="516473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24471"/>
            <a:ext cx="7734300" cy="516473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5B0FC-67AC-4A7B-A9F0-28B85F1F60EF}" type="datetimeFigureOut">
              <a:rPr lang="en-NZ" smtClean="0"/>
              <a:t>23/04/2026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75CC5-83F3-4B19-B37C-1ABEA93355A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99125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24472"/>
            <a:ext cx="10515600" cy="11779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22355"/>
            <a:ext cx="10515600" cy="3866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648618"/>
            <a:ext cx="2743200" cy="3244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B5B0FC-67AC-4A7B-A9F0-28B85F1F60EF}" type="datetimeFigureOut">
              <a:rPr lang="en-NZ" smtClean="0"/>
              <a:t>23/04/2026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648618"/>
            <a:ext cx="4114800" cy="3244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648618"/>
            <a:ext cx="2743200" cy="3244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475CC5-83F3-4B19-B37C-1ABEA93355A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07815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12627" rtl="0" eaLnBrk="1" latinLnBrk="0" hangingPunct="1">
        <a:lnSpc>
          <a:spcPct val="90000"/>
        </a:lnSpc>
        <a:spcBef>
          <a:spcPct val="0"/>
        </a:spcBef>
        <a:buNone/>
        <a:defRPr sz="39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3157" indent="-203157" algn="l" defTabSz="812627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2488" kern="1200">
          <a:solidFill>
            <a:schemeClr val="tx1"/>
          </a:solidFill>
          <a:latin typeface="+mn-lt"/>
          <a:ea typeface="+mn-ea"/>
          <a:cs typeface="+mn-cs"/>
        </a:defRPr>
      </a:lvl1pPr>
      <a:lvl2pPr marL="609470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1015784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777" kern="1200">
          <a:solidFill>
            <a:schemeClr val="tx1"/>
          </a:solidFill>
          <a:latin typeface="+mn-lt"/>
          <a:ea typeface="+mn-ea"/>
          <a:cs typeface="+mn-cs"/>
        </a:defRPr>
      </a:lvl3pPr>
      <a:lvl4pPr marL="1422098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11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34725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641039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047352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453666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262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6314" algn="l" defTabSz="81262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2627" algn="l" defTabSz="81262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41" algn="l" defTabSz="81262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25255" algn="l" defTabSz="81262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31568" algn="l" defTabSz="81262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37882" algn="l" defTabSz="81262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44195" algn="l" defTabSz="81262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50509" algn="l" defTabSz="81262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331E439-9772-CB6D-82CC-ECB45A2966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10526"/>
          <a:stretch>
            <a:fillRect/>
          </a:stretch>
        </p:blipFill>
        <p:spPr>
          <a:xfrm>
            <a:off x="4016621" y="0"/>
            <a:ext cx="8175379" cy="609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677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ericwang</dc:creator>
  <cp:lastModifiedBy>ericwang</cp:lastModifiedBy>
  <cp:revision>4</cp:revision>
  <dcterms:created xsi:type="dcterms:W3CDTF">2026-04-23T06:28:47Z</dcterms:created>
  <dcterms:modified xsi:type="dcterms:W3CDTF">2026-04-23T06:55:02Z</dcterms:modified>
</cp:coreProperties>
</file>